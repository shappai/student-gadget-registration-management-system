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JetBrains Mon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EB8C4A-29C6-48EF-9E3C-C0DA97B840E2}">
  <a:tblStyle styleId="{52EB8C4A-29C6-48EF-9E3C-C0DA97B840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136552"/>
            <a:ext cx="5253037" cy="86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437" y="3136552"/>
            <a:ext cx="5253037" cy="86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144267"/>
            <a:ext cx="5253037" cy="86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7437" y="4144267"/>
            <a:ext cx="5253037" cy="86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5151983"/>
            <a:ext cx="5253037" cy="86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67437" y="5151983"/>
            <a:ext cx="5253037" cy="8648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71525" y="841027"/>
            <a:ext cx="11181397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STUDENT GADGET REGISTRATION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MANAGEMENT SYSTEM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62025" y="2288827"/>
            <a:ext cx="10981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DATABASE DESIGN &amp; IMPLEMENTATION • C</a:t>
            </a:r>
            <a:r>
              <a:rPr lang="en-US" sz="1650" dirty="0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1650" b="0" i="0" u="none" strike="noStrike" cap="none" dirty="0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 333 </a:t>
            </a:r>
            <a:r>
              <a:rPr lang="en-US" sz="1650" b="0" i="0" u="none" strike="noStrike" cap="none" dirty="0" err="1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Dr</a:t>
            </a:r>
            <a:r>
              <a:rPr lang="en-US" sz="1650" b="0" i="0" u="none" strike="noStrike" cap="none" dirty="0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50" b="0" i="0" u="none" strike="noStrike" cap="none" dirty="0" err="1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Izang</a:t>
            </a:r>
            <a:endParaRPr dirty="0"/>
          </a:p>
        </p:txBody>
      </p:sp>
      <p:sp>
        <p:nvSpPr>
          <p:cNvPr id="93" name="Google Shape;93;p13"/>
          <p:cNvSpPr/>
          <p:nvPr/>
        </p:nvSpPr>
        <p:spPr>
          <a:xfrm>
            <a:off x="771525" y="2288827"/>
            <a:ext cx="38100" cy="276225"/>
          </a:xfrm>
          <a:prstGeom prst="rect">
            <a:avLst/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79885" y="3260377"/>
            <a:ext cx="2610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Adeniran </a:t>
            </a:r>
            <a:r>
              <a:rPr lang="en-US" sz="1350" b="0" i="0" u="none" strike="noStrike" cap="none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Anjolaoluwa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Al-Ameen</a:t>
            </a:r>
            <a:endParaRPr dirty="0"/>
          </a:p>
        </p:txBody>
      </p:sp>
      <p:sp>
        <p:nvSpPr>
          <p:cNvPr id="96" name="Google Shape;96;p13"/>
          <p:cNvSpPr/>
          <p:nvPr/>
        </p:nvSpPr>
        <p:spPr>
          <a:xfrm>
            <a:off x="5110162" y="3260377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144070" y="3452575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22/0575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367462" y="3431827"/>
            <a:ext cx="1857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Alabo Treasure Sowari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10506075" y="3260377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0555986" y="3485872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22/2858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971550" y="4439542"/>
            <a:ext cx="2085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Adeyemi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Ademola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Roland</a:t>
            </a:r>
            <a:endParaRPr dirty="0"/>
          </a:p>
        </p:txBody>
      </p:sp>
      <p:sp>
        <p:nvSpPr>
          <p:cNvPr id="102" name="Google Shape;102;p13"/>
          <p:cNvSpPr/>
          <p:nvPr/>
        </p:nvSpPr>
        <p:spPr>
          <a:xfrm>
            <a:off x="5110162" y="4268092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167312" y="4489792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 dirty="0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22/0539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367462" y="4439542"/>
            <a:ext cx="21050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Osobase Joseph Beloved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10506075" y="4268092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0576559" y="4489791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21/2685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71550" y="5447258"/>
            <a:ext cx="18764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Chuku Michael Azunda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5110162" y="5275808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160263" y="5501303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22/2955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6476999" y="5275808"/>
            <a:ext cx="1638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Eze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-Walter Kingsley</a:t>
            </a:r>
            <a:endParaRPr dirty="0"/>
          </a:p>
        </p:txBody>
      </p:sp>
      <p:sp>
        <p:nvSpPr>
          <p:cNvPr id="111" name="Google Shape;111;p13"/>
          <p:cNvSpPr/>
          <p:nvPr/>
        </p:nvSpPr>
        <p:spPr>
          <a:xfrm>
            <a:off x="10506075" y="5275808"/>
            <a:ext cx="714375" cy="617190"/>
          </a:xfrm>
          <a:prstGeom prst="roundRect">
            <a:avLst>
              <a:gd name="adj" fmla="val 6173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0563224" y="5501302"/>
            <a:ext cx="600075" cy="16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22/2033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572767"/>
            <a:ext cx="3486150" cy="200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3572767"/>
            <a:ext cx="3486150" cy="200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3572767"/>
            <a:ext cx="3486150" cy="200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81025" y="66675"/>
            <a:ext cx="256032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581025" y="2365176"/>
            <a:ext cx="110299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built a comprehensive </a:t>
            </a:r>
            <a:r>
              <a:rPr lang="en-US" sz="180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Asset Tracking Platform</a:t>
            </a: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designed to centralize the management of student-owned electronic devices and streamline incident reporting.</a:t>
            </a:r>
            <a:endParaRPr/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382041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828675" y="4249042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MySQL 8.0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28675" y="4610992"/>
            <a:ext cx="2990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Robust relational database engine ensuring 3NF compliance.</a:t>
            </a:r>
            <a:endParaRPr/>
          </a:p>
        </p:txBody>
      </p:sp>
      <p:pic>
        <p:nvPicPr>
          <p:cNvPr id="127" name="Google Shape;12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0575" y="382041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4600575" y="4249042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 API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600575" y="4610992"/>
            <a:ext cx="2990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High-performance backend handling asynchronous logic.</a:t>
            </a:r>
            <a:endParaRPr/>
          </a:p>
        </p:txBody>
      </p:sp>
      <p:pic>
        <p:nvPicPr>
          <p:cNvPr id="130" name="Google Shape;13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2475" y="382041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8372475" y="4249042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 Design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72475" y="4610992"/>
            <a:ext cx="2990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JWT Authentication and Input Sanitization.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76375"/>
            <a:ext cx="52768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76631" y="66675"/>
            <a:ext cx="496062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Problem: Manual Inefficiency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581025" y="1994743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Current campus security relies on paper-based logs or disconnected spreadsheets.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485900"/>
            <a:ext cx="52578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581025" y="2855565"/>
            <a:ext cx="5276850" cy="834330"/>
          </a:xfrm>
          <a:prstGeom prst="roundRect">
            <a:avLst>
              <a:gd name="adj" fmla="val 9133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871538" y="2943225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 Data Redundancy: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Same student details repeated hundreds of times.</a:t>
            </a:r>
            <a:endParaRPr dirty="0"/>
          </a:p>
        </p:txBody>
      </p:sp>
      <p:sp>
        <p:nvSpPr>
          <p:cNvPr id="145" name="Google Shape;145;p15"/>
          <p:cNvSpPr/>
          <p:nvPr/>
        </p:nvSpPr>
        <p:spPr>
          <a:xfrm>
            <a:off x="581025" y="3880395"/>
            <a:ext cx="5276850" cy="834330"/>
          </a:xfrm>
          <a:prstGeom prst="roundRect">
            <a:avLst>
              <a:gd name="adj" fmla="val 9133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47725" y="3968056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 Slow Retrieval: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Searching for a stolen laptop serial number takes hours.</a:t>
            </a:r>
            <a:endParaRPr dirty="0"/>
          </a:p>
        </p:txBody>
      </p:sp>
      <p:sp>
        <p:nvSpPr>
          <p:cNvPr id="147" name="Google Shape;147;p15"/>
          <p:cNvSpPr/>
          <p:nvPr/>
        </p:nvSpPr>
        <p:spPr>
          <a:xfrm>
            <a:off x="581025" y="4905226"/>
            <a:ext cx="5276850" cy="834330"/>
          </a:xfrm>
          <a:prstGeom prst="roundRect">
            <a:avLst>
              <a:gd name="adj" fmla="val 9133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866775" y="4997026"/>
            <a:ext cx="4991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 No Validation:</a:t>
            </a: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Impossible to verify if a serial number is unique or valid.</a:t>
            </a:r>
            <a:endParaRPr dirty="0"/>
          </a:p>
        </p:txBody>
      </p:sp>
      <p:pic>
        <p:nvPicPr>
          <p:cNvPr id="149" name="Google Shape;14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04606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407089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5095726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025175"/>
            <a:ext cx="5664899" cy="5664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581025" y="137922"/>
            <a:ext cx="286035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Objectives &amp; Scope</a:t>
            </a:r>
            <a:endParaRPr dirty="0"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306035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8286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Centralization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28675" y="3850927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Create a unified repository for all student device data, accessible by authorized security personnel.</a:t>
            </a:r>
            <a:endParaRPr/>
          </a:p>
        </p:txBody>
      </p:sp>
      <p:pic>
        <p:nvPicPr>
          <p:cNvPr id="165" name="Google Shape;16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0575" y="306035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46005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Asset Tracking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4600575" y="3850927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Monitor the lifecycle of a device from initial registration to potential incident reporting.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3724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372475" y="3850927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Provide administrative dashboards for real-time visualization of gadget distribution.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81025" y="66675"/>
            <a:ext cx="223027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Rules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2217539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The integrity of the system relies on four non-negotiable constraints: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81025" y="2937569"/>
            <a:ext cx="554069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Unique Identity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81025" y="3383309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Gadgets must use Serial Number/IMEI as unique identifiers.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81025" y="3848100"/>
            <a:ext cx="554069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Mandatory Ownership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81025" y="4293840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No orphan gadgets; every device links to a registered Student.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81025" y="4758630"/>
            <a:ext cx="554069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Academic Structure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81025" y="5204370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Students map to Departments for organizational analytics.</a:t>
            </a:r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5" y="2259600"/>
            <a:ext cx="4857370" cy="34512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85775" y="9525"/>
            <a:ext cx="37104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Conceptual Design (ERD)</a:t>
            </a:r>
            <a:endParaRPr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581025" y="1056477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The blueprint for our relational model.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1520469"/>
            <a:ext cx="10058400" cy="52254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917477"/>
            <a:ext cx="5276850" cy="188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94682"/>
            <a:ext cx="5276850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85775" y="247650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Logical Design &amp; Normalization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28675" y="3165127"/>
            <a:ext cx="502062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1NF &amp; 2NF Compliance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28675" y="3555652"/>
            <a:ext cx="47815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We enforced atomicity by splitting student names and ensuring all non-key attributes (like Gadget Brand) depend fully on the Primary Key.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581775" y="2942332"/>
            <a:ext cx="502062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3NF Transitive Removal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581775" y="3332857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We identified that </a:t>
            </a:r>
            <a:r>
              <a:rPr lang="en-US" sz="1350" b="0" i="0" u="none" strike="noStrike" cap="none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Department_Name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depended on </a:t>
            </a:r>
            <a:r>
              <a:rPr lang="en-US" sz="1350" b="0" i="0" u="none" strike="noStrike" cap="none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Dept_Code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, not the Student.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581775" y="4052887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sz="1350" b="0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 Extracted Department data into a separate lookup table.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85775" y="247650"/>
            <a:ext cx="199024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Final Schema</a:t>
            </a:r>
            <a:endParaRPr/>
          </a:p>
        </p:txBody>
      </p:sp>
      <p:graphicFrame>
        <p:nvGraphicFramePr>
          <p:cNvPr id="217" name="Google Shape;217;p20"/>
          <p:cNvGraphicFramePr/>
          <p:nvPr/>
        </p:nvGraphicFramePr>
        <p:xfrm>
          <a:off x="581025" y="2195512"/>
          <a:ext cx="11029950" cy="3324025"/>
        </p:xfrm>
        <a:graphic>
          <a:graphicData uri="http://schemas.openxmlformats.org/drawingml/2006/table">
            <a:tbl>
              <a:tblPr firstRow="1" bandRow="1">
                <a:noFill/>
                <a:tableStyleId>{52EB8C4A-29C6-48EF-9E3C-C0DA97B840E2}</a:tableStyleId>
              </a:tblPr>
              <a:tblGrid>
                <a:gridCol w="188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Table Entity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 / FK Structure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DEPARTMENT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dept_code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Lookup for academic units.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student_id, FK: dept_code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Core user profile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GADGET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reg_id, FK: student_id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Device specs. Serial is UNIQUE.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INCIDENT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inc_id, FK: reg_id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Tracks theft/damage events.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INSURANCE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ins_id, FK: reg_id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CCCC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1:1 Policy details.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8" name="Google Shape;218;p20"/>
          <p:cNvSpPr/>
          <p:nvPr/>
        </p:nvSpPr>
        <p:spPr>
          <a:xfrm>
            <a:off x="581025" y="3227040"/>
            <a:ext cx="18807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461766" y="3227040"/>
            <a:ext cx="41646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626423" y="3227040"/>
            <a:ext cx="49845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81025" y="3796605"/>
            <a:ext cx="18807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61766" y="3796605"/>
            <a:ext cx="41646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626423" y="3796605"/>
            <a:ext cx="49845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81025" y="4366170"/>
            <a:ext cx="18807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461766" y="4366170"/>
            <a:ext cx="41646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626423" y="4366170"/>
            <a:ext cx="49845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81025" y="4935735"/>
            <a:ext cx="18807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461766" y="4935735"/>
            <a:ext cx="41646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626423" y="4935735"/>
            <a:ext cx="49845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1025" y="5505301"/>
            <a:ext cx="18807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461766" y="5505301"/>
            <a:ext cx="41646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626423" y="5505301"/>
            <a:ext cx="49845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476375"/>
            <a:ext cx="52768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85775" y="66675"/>
            <a:ext cx="366045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Physical Implementation</a:t>
            </a:r>
            <a:endParaRPr dirty="0"/>
          </a:p>
        </p:txBody>
      </p:sp>
      <p:sp>
        <p:nvSpPr>
          <p:cNvPr id="241" name="Google Shape;241;p21"/>
          <p:cNvSpPr txBox="1"/>
          <p:nvPr/>
        </p:nvSpPr>
        <p:spPr>
          <a:xfrm>
            <a:off x="581025" y="2425303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Implemented using </a:t>
            </a: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MySQL 8.0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with InnoDB engine for ACID compliance.</a:t>
            </a:r>
            <a:endParaRPr/>
          </a:p>
        </p:txBody>
      </p:sp>
      <p:pic>
        <p:nvPicPr>
          <p:cNvPr id="242" name="Google Shape;242;p21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461" y="1485900"/>
            <a:ext cx="3824177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866775" y="348632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962025" y="3488233"/>
            <a:ext cx="4895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104900" y="3631108"/>
            <a:ext cx="4610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6B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TABLE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structure definitions.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962025" y="3488233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866775" y="41249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962025" y="4126855"/>
            <a:ext cx="4895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04900" y="4269730"/>
            <a:ext cx="4610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6B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ALTER TABLE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for foreign key constraints.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962025" y="4126855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866775" y="476357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•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962025" y="4765476"/>
            <a:ext cx="4895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104900" y="4908351"/>
            <a:ext cx="4610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6B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INSERT INTO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50+ dummy records.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962025" y="4765476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910631"/>
            <a:ext cx="2614612" cy="189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6137" y="2910631"/>
            <a:ext cx="2614612" cy="189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0" y="2910631"/>
            <a:ext cx="2614612" cy="189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6362" y="2910631"/>
            <a:ext cx="2614612" cy="189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85775" y="247650"/>
            <a:ext cx="268033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6881" y="3196381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615672" y="3796456"/>
            <a:ext cx="254531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HTML5 / CSS3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676275" y="4124027"/>
            <a:ext cx="2424112" cy="257621"/>
          </a:xfrm>
          <a:prstGeom prst="roundRect">
            <a:avLst>
              <a:gd name="adj" fmla="val 14789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733425" y="4103667"/>
            <a:ext cx="2309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Frontend UI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70" name="Google Shape;27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7693" y="319638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3420784" y="3796456"/>
            <a:ext cx="254531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3481387" y="4124027"/>
            <a:ext cx="2424112" cy="257621"/>
          </a:xfrm>
          <a:prstGeom prst="roundRect">
            <a:avLst>
              <a:gd name="adj" fmla="val 14789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538537" y="4096691"/>
            <a:ext cx="2309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 dirty="0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Runtime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9956" y="319638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6225897" y="3796456"/>
            <a:ext cx="254531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Express.js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6286500" y="4124027"/>
            <a:ext cx="2424112" cy="257621"/>
          </a:xfrm>
          <a:prstGeom prst="roundRect">
            <a:avLst>
              <a:gd name="adj" fmla="val 14789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6343650" y="4096691"/>
            <a:ext cx="2309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 dirty="0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 Framework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78" name="Google Shape;27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03643" y="3196381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9031009" y="3796456"/>
            <a:ext cx="254531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9091612" y="4124027"/>
            <a:ext cx="2424112" cy="257621"/>
          </a:xfrm>
          <a:prstGeom prst="roundRect">
            <a:avLst>
              <a:gd name="adj" fmla="val 14789"/>
            </a:avLst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9091612" y="4119883"/>
            <a:ext cx="2309812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 dirty="0">
                <a:solidFill>
                  <a:schemeClr val="tx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Database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812702"/>
            <a:ext cx="3486150" cy="228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485775" y="247650"/>
            <a:ext cx="366045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Security Implementation</a:t>
            </a:r>
            <a:endParaRPr/>
          </a:p>
        </p:txBody>
      </p:sp>
      <p:pic>
        <p:nvPicPr>
          <p:cNvPr id="292" name="Google Shape;29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3060352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286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 Sanitization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28675" y="3850927"/>
            <a:ext cx="2990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Express-Validator middleware prevents SQL Injection on all forms.</a:t>
            </a:r>
            <a:endParaRPr/>
          </a:p>
        </p:txBody>
      </p:sp>
      <p:pic>
        <p:nvPicPr>
          <p:cNvPr id="295" name="Google Shape;29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0575" y="306035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46005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Credential Protection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4600575" y="3850927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Database configs isolated in environment variables, never hardcoded.</a:t>
            </a:r>
            <a:endParaRPr/>
          </a:p>
        </p:txBody>
      </p:sp>
      <p:pic>
        <p:nvPicPr>
          <p:cNvPr id="298" name="Google Shape;29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2475" y="3060352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8372475" y="3488977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CORS Policy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8372475" y="3850927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Strict API access control restricting requests to authorized domains only.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476631" y="66675"/>
            <a:ext cx="330041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 Architecture</a:t>
            </a:r>
            <a:endParaRPr dirty="0"/>
          </a:p>
        </p:txBody>
      </p:sp>
      <p:sp>
        <p:nvSpPr>
          <p:cNvPr id="309" name="Google Shape;309;p24"/>
          <p:cNvSpPr txBox="1"/>
          <p:nvPr/>
        </p:nvSpPr>
        <p:spPr>
          <a:xfrm>
            <a:off x="581025" y="2106066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We designed a RESTful API to handle client-server communication.</a:t>
            </a:r>
            <a:endParaRPr/>
          </a:p>
        </p:txBody>
      </p:sp>
      <p:pic>
        <p:nvPicPr>
          <p:cNvPr id="310" name="Google Shape;31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200" y="3143250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/>
          <p:nvPr/>
        </p:nvSpPr>
        <p:spPr>
          <a:xfrm>
            <a:off x="581025" y="3168997"/>
            <a:ext cx="5276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723900" y="3311872"/>
            <a:ext cx="4991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9DB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/api/students </a:t>
            </a:r>
            <a:r>
              <a:rPr lang="en-US" sz="1200" b="0" i="0" u="none" strike="noStrike" cap="non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 all students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581025" y="3168997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581025" y="3807618"/>
            <a:ext cx="5276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723900" y="3950493"/>
            <a:ext cx="4991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9DB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/api/students </a:t>
            </a:r>
            <a:r>
              <a:rPr lang="en-US" sz="1200" b="0" i="0" u="none" strike="noStrike" cap="non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Register new user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81025" y="3807618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581025" y="4446240"/>
            <a:ext cx="5276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723900" y="4589115"/>
            <a:ext cx="4991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9DB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/api/gadgets </a:t>
            </a:r>
            <a:r>
              <a:rPr lang="en-US" sz="1200" b="0" i="0" u="none" strike="noStrike" cap="non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Register device</a:t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581025" y="4446240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581025" y="5084861"/>
            <a:ext cx="5276850" cy="543371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723900" y="5227736"/>
            <a:ext cx="4991100" cy="25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9DB7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</a:t>
            </a:r>
            <a:r>
              <a:rPr lang="en-US" sz="1200" b="0" i="0" u="none" strike="noStrike" cap="none">
                <a:solidFill>
                  <a:srgbClr val="B0B0B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/api/incidents/stats </a:t>
            </a:r>
            <a:r>
              <a:rPr lang="en-US" sz="1200" b="0" i="0" u="none" strike="noStrike" cap="non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Admin Dashboard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581025" y="5084861"/>
            <a:ext cx="28575" cy="543371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949922"/>
            <a:ext cx="5276850" cy="1815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49922"/>
            <a:ext cx="5276850" cy="1815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94919" y="66675"/>
            <a:ext cx="376047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 &amp; User Interface</a:t>
            </a:r>
            <a:endParaRPr dirty="0"/>
          </a:p>
        </p:txBody>
      </p:sp>
      <p:sp>
        <p:nvSpPr>
          <p:cNvPr id="332" name="Google Shape;332;p25"/>
          <p:cNvSpPr txBox="1"/>
          <p:nvPr/>
        </p:nvSpPr>
        <p:spPr>
          <a:xfrm>
            <a:off x="1004887" y="3302347"/>
            <a:ext cx="50206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Student Registration</a:t>
            </a:r>
            <a:endParaRPr dirty="0"/>
          </a:p>
        </p:txBody>
      </p:sp>
      <p:sp>
        <p:nvSpPr>
          <p:cNvPr id="333" name="Google Shape;333;p25"/>
          <p:cNvSpPr txBox="1"/>
          <p:nvPr/>
        </p:nvSpPr>
        <p:spPr>
          <a:xfrm>
            <a:off x="828675" y="3797647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Validates unique emails and department codes via AJAX before submission.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6719887" y="3299519"/>
            <a:ext cx="502062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Incident Reporting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581775" y="3797647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Dynamic dropdowns ensure students can only report incidents for gadgets they actually own.</a:t>
            </a:r>
            <a:endParaRPr/>
          </a:p>
        </p:txBody>
      </p:sp>
      <p:pic>
        <p:nvPicPr>
          <p:cNvPr id="336" name="Google Shape;33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3197572"/>
            <a:ext cx="3524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197572"/>
            <a:ext cx="2762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889944"/>
            <a:ext cx="3486150" cy="212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889944"/>
            <a:ext cx="3486150" cy="212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889944"/>
            <a:ext cx="3486150" cy="212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6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485775" y="247650"/>
            <a:ext cx="375046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Challenges &amp; Resolutions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828675" y="3137594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Normalization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828675" y="3499544"/>
            <a:ext cx="2990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Linking Incidents without circular dependencies.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Direct FK to Gadget ID only.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4600575" y="3137594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Async Logic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4600575" y="3499544"/>
            <a:ext cx="2990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Node.js non-blocking queries.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Implemented </a:t>
            </a:r>
            <a:r>
              <a:rPr lang="en-US" sz="1350" b="0" i="0" u="none" strike="noStrike" cap="none">
                <a:solidFill>
                  <a:srgbClr val="FF6B6B"/>
                </a:solidFill>
                <a:latin typeface="Inter"/>
                <a:ea typeface="Inter"/>
                <a:cs typeface="Inter"/>
                <a:sym typeface="Inter"/>
              </a:rPr>
              <a:t>async/await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pattern.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8372475" y="3137594"/>
            <a:ext cx="314039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Double Entry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8372475" y="3499544"/>
            <a:ext cx="2990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Shared device registration.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4DABF7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lang="en-US" sz="1350" b="0" i="0" u="none" strike="noStrike" cap="none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 Hardware-level UNIQUE index on Serial.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3440668" y="2247007"/>
            <a:ext cx="531066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SUCCESS</a:t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5619750" y="3085207"/>
            <a:ext cx="952500" cy="47625"/>
          </a:xfrm>
          <a:prstGeom prst="roundRect">
            <a:avLst>
              <a:gd name="adj" fmla="val 16667"/>
            </a:avLst>
          </a:prstGeom>
          <a:solidFill>
            <a:srgbClr val="4DAB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2286000" y="351383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We successfully delivered a robust, 3NF-compliant relational database system. The SGRMS application meets all requirements for secure asset tracking and incident management.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/>
        </p:nvSpPr>
        <p:spPr>
          <a:xfrm>
            <a:off x="3038475" y="2441227"/>
            <a:ext cx="6420802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5495925" y="3822352"/>
            <a:ext cx="1200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</a:t>
            </a:r>
            <a:endParaRPr dirty="0"/>
          </a:p>
        </p:txBody>
      </p:sp>
      <p:sp>
        <p:nvSpPr>
          <p:cNvPr id="368" name="Google Shape;368;p28"/>
          <p:cNvSpPr txBox="1"/>
          <p:nvPr/>
        </p:nvSpPr>
        <p:spPr>
          <a:xfrm>
            <a:off x="11706225" y="6457950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633</Words>
  <Application>Microsoft Office PowerPoint</Application>
  <PresentationFormat>Widescreen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Inter</vt:lpstr>
      <vt:lpstr>Calibri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anjola adeniran</cp:lastModifiedBy>
  <cp:revision>2</cp:revision>
  <dcterms:modified xsi:type="dcterms:W3CDTF">2025-12-03T07:03:00Z</dcterms:modified>
</cp:coreProperties>
</file>